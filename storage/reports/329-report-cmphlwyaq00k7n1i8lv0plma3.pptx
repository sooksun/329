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ภาพรวมโครงการ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แดชบอร์ดภาพรวม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ความก้าวหน้าตามคณะ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งานล่าช้า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ไทม์ไลน์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สรุปงบประมาณ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เมทริกซ์ความเสี่ยง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แกลเลอรีหลักฐาน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ประเด็นที่ต้องตัดสินใจ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 วันข้างหน้า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สรุปท้ายรายงาน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Seed Snapshot 329 · 29 มี.ค. – 5 เม.ย. 2570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สร้างจากข้อมูล Snapshot แดชบอร์ดที่บันทึกไว้เท่านั้น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รายงานจาก Snapshot แดชบอร์ด</dc:subject>
  <dc:creator>329 Yunnan Sports MIS</dc:creator>
  <cp:lastModifiedBy>329 Yunnan Sports MIS</cp:lastModifiedBy>
  <cp:revision>1</cp:revision>
  <dcterms:created xsi:type="dcterms:W3CDTF">2026-05-26T06:24:41Z</dcterms:created>
  <dcterms:modified xsi:type="dcterms:W3CDTF">2026-05-26T06:24:41Z</dcterms:modified>
</cp:coreProperties>
</file>