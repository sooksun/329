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งานแข่งขันกีฬา 329 ชาวจีนยูนาน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BD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Overall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Progress by Committee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Delayed Tasks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Budget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Risk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Evidence Gallery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Decisions Needed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Next 7 Days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Snapshot 21/5/2569 11:36:22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Dashboard Snapshot Report</dc:subject>
  <dc:creator>329 Yunnan Sports MIS</dc:creator>
  <cp:lastModifiedBy>329 Yunnan Sports MIS</cp:lastModifiedBy>
  <cp:revision>1</cp:revision>
  <dcterms:created xsi:type="dcterms:W3CDTF">2026-05-21T04:39:04Z</dcterms:created>
  <dcterms:modified xsi:type="dcterms:W3CDTF">2026-05-21T04:39:04Z</dcterms:modified>
</cp:coreProperties>
</file>