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F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กีฬา 329 ชาวจีนยูนาน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8BD7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16:40:06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16:40:06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Overall Dashboard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16:40:06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Progress by Committee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16:40:06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Delayed Tasks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16:40:06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Timeline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16:40:06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Budget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16:40:06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Risk Matrix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16:40:06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Evidence Gallery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16:40:06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Decisions Needed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16:40:06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Next 7 Days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16:40:06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16:40:06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arabu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rabu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Dashboard Snapshot Report</dc:subject>
  <dc:creator>329 Yunnan Sports MIS</dc:creator>
  <cp:lastModifiedBy>329 Yunnan Sports MIS</cp:lastModifiedBy>
  <cp:revision>1</cp:revision>
  <dcterms:created xsi:type="dcterms:W3CDTF">2026-05-21T09:40:09Z</dcterms:created>
  <dcterms:modified xsi:type="dcterms:W3CDTF">2026-05-21T09:40:09Z</dcterms:modified>
</cp:coreProperties>
</file>